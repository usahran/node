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4" r:id="rId9"/>
    <p:sldId id="263" r:id="rId10"/>
    <p:sldId id="26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28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06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90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45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05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7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56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23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94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1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031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07764-483D-4CF7-9DC7-2B3FE35F1E95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9CE39-EA8A-4FF9-8395-02346E9085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5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NodeJS</a:t>
            </a:r>
            <a:r>
              <a:rPr lang="en-US" altLang="ko-KR" dirty="0" smtClean="0"/>
              <a:t> </a:t>
            </a:r>
            <a:r>
              <a:rPr lang="ko-KR" altLang="en-US" dirty="0" smtClean="0"/>
              <a:t>포트폴</a:t>
            </a:r>
            <a:r>
              <a:rPr lang="ko-KR" altLang="en-US" dirty="0" smtClean="0"/>
              <a:t>리오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 smtClean="0"/>
              <a:t>2016133056 </a:t>
            </a:r>
            <a:r>
              <a:rPr lang="ko-KR" altLang="en-US" dirty="0" smtClean="0"/>
              <a:t>박정훈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517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기획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실시간 채팅 서버 구현</a:t>
            </a:r>
            <a:endParaRPr lang="en-US" altLang="ko-KR" dirty="0"/>
          </a:p>
          <a:p>
            <a:r>
              <a:rPr lang="ko-KR" altLang="en-US" dirty="0" smtClean="0"/>
              <a:t>내용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Bootstrap</a:t>
            </a:r>
            <a:r>
              <a:rPr lang="ko-KR" altLang="en-US" dirty="0" smtClean="0"/>
              <a:t>을 이용한 </a:t>
            </a:r>
            <a:r>
              <a:rPr lang="en-US" altLang="ko-KR" dirty="0" smtClean="0"/>
              <a:t>html/</a:t>
            </a:r>
            <a:r>
              <a:rPr lang="en-US" altLang="ko-KR" dirty="0" err="1" smtClean="0"/>
              <a:t>javascript</a:t>
            </a:r>
            <a:r>
              <a:rPr lang="ko-KR" altLang="en-US" dirty="0"/>
              <a:t>화면 </a:t>
            </a:r>
            <a:r>
              <a:rPr lang="ko-KR" altLang="en-US" dirty="0" smtClean="0"/>
              <a:t>구성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Node </a:t>
            </a:r>
            <a:r>
              <a:rPr lang="en-US" altLang="ko-KR" dirty="0" err="1" smtClean="0"/>
              <a:t>js</a:t>
            </a:r>
            <a:r>
              <a:rPr lang="ko-KR" altLang="en-US" dirty="0" smtClean="0"/>
              <a:t>를 이용한 페이지 연결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Socket.io</a:t>
            </a:r>
            <a:r>
              <a:rPr lang="ko-KR" altLang="en-US" dirty="0" smtClean="0"/>
              <a:t>를 이용한 온라인 채팅서버 제작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Mongodb</a:t>
            </a:r>
            <a:r>
              <a:rPr lang="ko-KR" altLang="en-US" dirty="0" smtClean="0"/>
              <a:t>를 활용한 로그인</a:t>
            </a:r>
            <a:r>
              <a:rPr lang="en-US" altLang="ko-KR" dirty="0" smtClean="0"/>
              <a:t>/</a:t>
            </a:r>
            <a:r>
              <a:rPr lang="ko-KR" altLang="en-US" dirty="0" smtClean="0"/>
              <a:t>로그아웃 기능 제작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893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설계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84710" y="3228476"/>
            <a:ext cx="1250482" cy="1263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Login/</a:t>
            </a:r>
          </a:p>
          <a:p>
            <a:pPr algn="ctr"/>
            <a:r>
              <a:rPr lang="en-US" altLang="ko-KR" dirty="0" smtClean="0"/>
              <a:t>Logout</a:t>
            </a:r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초기화면</a:t>
            </a:r>
            <a:r>
              <a:rPr lang="en-US" altLang="ko-KR" smtClean="0"/>
              <a:t>)</a:t>
            </a:r>
            <a:endParaRPr lang="en-US" altLang="ko-KR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3665220" y="1950187"/>
            <a:ext cx="1250482" cy="1263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Main</a:t>
            </a:r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채팅화면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665220" y="4491524"/>
            <a:ext cx="1250482" cy="1263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Join</a:t>
            </a:r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회원가입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stCxn id="4" idx="3"/>
            <a:endCxn id="5" idx="1"/>
          </p:cNvCxnSpPr>
          <p:nvPr/>
        </p:nvCxnSpPr>
        <p:spPr>
          <a:xfrm flipV="1">
            <a:off x="2435192" y="2581711"/>
            <a:ext cx="1230028" cy="1278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4" idx="3"/>
            <a:endCxn id="6" idx="1"/>
          </p:cNvCxnSpPr>
          <p:nvPr/>
        </p:nvCxnSpPr>
        <p:spPr>
          <a:xfrm>
            <a:off x="2435192" y="3860000"/>
            <a:ext cx="1230028" cy="1263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6499059" y="1965428"/>
            <a:ext cx="1250482" cy="1263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Socket.io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9481" y="1965428"/>
            <a:ext cx="2204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Socket ID</a:t>
            </a:r>
            <a:r>
              <a:rPr lang="ko-KR" altLang="en-US" dirty="0" smtClean="0"/>
              <a:t>로 유저의 </a:t>
            </a:r>
            <a:endParaRPr lang="en-US" altLang="ko-KR" dirty="0" smtClean="0"/>
          </a:p>
          <a:p>
            <a:r>
              <a:rPr lang="ko-KR" altLang="en-US" dirty="0" smtClean="0"/>
              <a:t>세션정보 저장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로그인 아이디로 유저 식별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499059" y="4491524"/>
            <a:ext cx="1250482" cy="1263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9481" y="4831242"/>
            <a:ext cx="2208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로그인</a:t>
            </a:r>
            <a:r>
              <a:rPr lang="en-US" altLang="ko-KR" dirty="0" smtClean="0"/>
              <a:t>/</a:t>
            </a:r>
            <a:r>
              <a:rPr lang="ko-KR" altLang="en-US" dirty="0" smtClean="0"/>
              <a:t>회원가입 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정보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회원정보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확인</a:t>
            </a:r>
            <a:r>
              <a:rPr lang="en-US" altLang="ko-KR" dirty="0" smtClean="0"/>
              <a:t>/</a:t>
            </a:r>
            <a:r>
              <a:rPr lang="ko-KR" altLang="en-US" dirty="0" smtClean="0"/>
              <a:t>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346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Login</a:t>
            </a:r>
            <a:r>
              <a:rPr lang="ko-KR" altLang="en-US" dirty="0" smtClean="0"/>
              <a:t> 화면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410" y="1825625"/>
            <a:ext cx="3153307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86819"/>
            <a:ext cx="4191000" cy="3028950"/>
          </a:xfrm>
          <a:prstGeom prst="rect">
            <a:avLst/>
          </a:prstGeom>
        </p:spPr>
      </p:pic>
      <p:cxnSp>
        <p:nvCxnSpPr>
          <p:cNvPr id="6" name="직선 화살표 연결선 5"/>
          <p:cNvCxnSpPr>
            <a:stCxn id="9" idx="3"/>
          </p:cNvCxnSpPr>
          <p:nvPr/>
        </p:nvCxnSpPr>
        <p:spPr>
          <a:xfrm>
            <a:off x="5029201" y="3611301"/>
            <a:ext cx="2563791" cy="69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양쪽 중괄호 8"/>
          <p:cNvSpPr/>
          <p:nvPr/>
        </p:nvSpPr>
        <p:spPr>
          <a:xfrm>
            <a:off x="838201" y="2620306"/>
            <a:ext cx="4191000" cy="1981989"/>
          </a:xfrm>
          <a:prstGeom prst="bracePair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양쪽 중괄호 13"/>
          <p:cNvSpPr/>
          <p:nvPr/>
        </p:nvSpPr>
        <p:spPr>
          <a:xfrm>
            <a:off x="919223" y="4707606"/>
            <a:ext cx="2657354" cy="808164"/>
          </a:xfrm>
          <a:prstGeom prst="bracePair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>
            <a:stCxn id="14" idx="3"/>
          </p:cNvCxnSpPr>
          <p:nvPr/>
        </p:nvCxnSpPr>
        <p:spPr>
          <a:xfrm flipV="1">
            <a:off x="3576577" y="4274817"/>
            <a:ext cx="4016415" cy="836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94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Join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5713" y="1690688"/>
            <a:ext cx="2488633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b="28062"/>
          <a:stretch/>
        </p:blipFill>
        <p:spPr>
          <a:xfrm>
            <a:off x="838200" y="2776874"/>
            <a:ext cx="4191000" cy="217896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943348" y="2956314"/>
            <a:ext cx="990352" cy="192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ysClr val="windowText" lastClr="000000"/>
                </a:solidFill>
              </a:rPr>
              <a:t>Member() {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13717" y="3769896"/>
            <a:ext cx="447182" cy="192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ysClr val="windowText" lastClr="000000"/>
                </a:solidFill>
              </a:rPr>
              <a:t>join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065100" y="3723005"/>
            <a:ext cx="813546" cy="192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ysClr val="windowText" lastClr="000000"/>
                </a:solidFill>
              </a:rPr>
              <a:t>Member()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40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Join - </a:t>
            </a:r>
            <a:r>
              <a:rPr lang="en-US" altLang="ko-KR" dirty="0" err="1" smtClean="0"/>
              <a:t>DataBase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8990" y="1266798"/>
            <a:ext cx="4302007" cy="477522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90688"/>
            <a:ext cx="4428281" cy="2160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4039565"/>
            <a:ext cx="442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DataBase</a:t>
            </a:r>
            <a:r>
              <a:rPr lang="en-US" altLang="ko-KR" dirty="0" smtClean="0"/>
              <a:t> path</a:t>
            </a:r>
            <a:r>
              <a:rPr lang="ko-KR" altLang="en-US" dirty="0"/>
              <a:t>에</a:t>
            </a:r>
            <a:r>
              <a:rPr lang="ko-KR" altLang="en-US" dirty="0" smtClean="0"/>
              <a:t> 연결 후 </a:t>
            </a:r>
            <a:r>
              <a:rPr lang="en-US" altLang="ko-KR" dirty="0" err="1" smtClean="0"/>
              <a:t>db</a:t>
            </a:r>
            <a:r>
              <a:rPr lang="ko-KR" altLang="en-US" dirty="0" smtClean="0"/>
              <a:t>변수에 할당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35280" y="6205960"/>
            <a:ext cx="471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연결 후 기존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id </a:t>
            </a:r>
            <a:r>
              <a:rPr lang="ko-KR" altLang="en-US" dirty="0" smtClean="0"/>
              <a:t>탐색 후 회원가입 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1695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Main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19"/>
            <a:ext cx="7362825" cy="5391150"/>
          </a:xfrm>
          <a:prstGeom prst="rect">
            <a:avLst/>
          </a:prstGeom>
        </p:spPr>
      </p:pic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5971" y="1887197"/>
            <a:ext cx="6449959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오른쪽 중괄호 3"/>
          <p:cNvSpPr/>
          <p:nvPr/>
        </p:nvSpPr>
        <p:spPr>
          <a:xfrm rot="5400000">
            <a:off x="2006267" y="1035402"/>
            <a:ext cx="199923" cy="190351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>
            <a:stCxn id="4" idx="1"/>
            <a:endCxn id="8" idx="1"/>
          </p:cNvCxnSpPr>
          <p:nvPr/>
        </p:nvCxnSpPr>
        <p:spPr>
          <a:xfrm>
            <a:off x="2106228" y="2087120"/>
            <a:ext cx="3975019" cy="1677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오른쪽 중괄호 7"/>
          <p:cNvSpPr/>
          <p:nvPr/>
        </p:nvSpPr>
        <p:spPr>
          <a:xfrm rot="10800000">
            <a:off x="6081247" y="3466905"/>
            <a:ext cx="150471" cy="5959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362825" y="3599727"/>
            <a:ext cx="1926879" cy="347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ysClr val="windowText" lastClr="000000"/>
                </a:solidFill>
              </a:rPr>
              <a:t>보여지는 데이터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직선 화살표 연결선 14"/>
          <p:cNvCxnSpPr>
            <a:stCxn id="17" idx="1"/>
          </p:cNvCxnSpPr>
          <p:nvPr/>
        </p:nvCxnSpPr>
        <p:spPr>
          <a:xfrm flipV="1">
            <a:off x="2639028" y="2536320"/>
            <a:ext cx="6561664" cy="287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오른쪽 중괄호 16"/>
          <p:cNvSpPr/>
          <p:nvPr/>
        </p:nvSpPr>
        <p:spPr>
          <a:xfrm>
            <a:off x="2465407" y="5116010"/>
            <a:ext cx="173621" cy="590309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2106228" y="2932752"/>
            <a:ext cx="4050254" cy="666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V="1">
            <a:off x="1724628" y="2639535"/>
            <a:ext cx="4507090" cy="740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1604355" y="2322381"/>
            <a:ext cx="1388937" cy="192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ysClr val="windowText" lastClr="000000"/>
                </a:solidFill>
              </a:rPr>
              <a:t>메시지 전송 함수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604354" y="3911312"/>
            <a:ext cx="2639025" cy="192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ysClr val="windowText" lastClr="000000"/>
                </a:solidFill>
              </a:rPr>
              <a:t>기본적인 메시지 전송의 타입은 </a:t>
            </a:r>
            <a:r>
              <a:rPr lang="en-US" altLang="ko-KR" sz="1200" dirty="0" smtClean="0">
                <a:solidFill>
                  <a:sysClr val="windowText" lastClr="000000"/>
                </a:solidFill>
              </a:rPr>
              <a:t>text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738474" y="3702874"/>
            <a:ext cx="1981650" cy="192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ysClr val="windowText" lastClr="000000"/>
                </a:solidFill>
              </a:rPr>
              <a:t>명령어</a:t>
            </a:r>
            <a:r>
              <a:rPr lang="en-US" altLang="ko-KR" sz="1200" dirty="0" smtClean="0">
                <a:solidFill>
                  <a:sysClr val="windowText" lastClr="000000"/>
                </a:solidFill>
              </a:rPr>
              <a:t>(</a:t>
            </a:r>
            <a:r>
              <a:rPr lang="ko-KR" altLang="en-US" sz="1200" dirty="0" smtClean="0">
                <a:solidFill>
                  <a:sysClr val="windowText" lastClr="000000"/>
                </a:solidFill>
              </a:rPr>
              <a:t>채팅</a:t>
            </a:r>
            <a:r>
              <a:rPr lang="en-US" altLang="ko-KR" sz="1200" dirty="0" smtClean="0">
                <a:solidFill>
                  <a:sysClr val="windowText" lastClr="000000"/>
                </a:solidFill>
              </a:rPr>
              <a:t>, </a:t>
            </a:r>
            <a:r>
              <a:rPr lang="ko-KR" altLang="en-US" sz="1200" dirty="0" smtClean="0">
                <a:solidFill>
                  <a:sysClr val="windowText" lastClr="000000"/>
                </a:solidFill>
              </a:rPr>
              <a:t>방 만들기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 smtClean="0">
                <a:solidFill>
                  <a:sysClr val="windowText" lastClr="000000"/>
                </a:solidFill>
              </a:rPr>
              <a:t>등</a:t>
            </a:r>
            <a:r>
              <a:rPr lang="en-US" altLang="ko-KR" sz="1200" dirty="0" smtClean="0">
                <a:solidFill>
                  <a:sysClr val="windowText" lastClr="000000"/>
                </a:solidFill>
              </a:rPr>
              <a:t>)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955768" y="5930659"/>
            <a:ext cx="2803801" cy="192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ysClr val="windowText" lastClr="000000"/>
                </a:solidFill>
              </a:rPr>
              <a:t>메시지를 받으면 채팅로그에 뿌려준다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4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Main - Room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8721" y="365125"/>
            <a:ext cx="7873279" cy="60998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7949" y="1690688"/>
            <a:ext cx="3865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방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옵션에 따라 기능 분할</a:t>
            </a:r>
            <a:endParaRPr lang="en-US" altLang="ko-KR" dirty="0" smtClean="0"/>
          </a:p>
          <a:p>
            <a:r>
              <a:rPr lang="ko-KR" altLang="en-US" dirty="0" smtClean="0"/>
              <a:t>방 만들기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 등이 있음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기능 수행 후 결과를 알려주는 </a:t>
            </a:r>
            <a:r>
              <a:rPr lang="en-US" altLang="ko-KR" dirty="0" smtClean="0"/>
              <a:t>message </a:t>
            </a:r>
            <a:r>
              <a:rPr lang="ko-KR" altLang="en-US" dirty="0" smtClean="0"/>
              <a:t>객체를 전송해줌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28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socket</a:t>
            </a:r>
            <a:endParaRPr lang="ko-KR" altLang="en-US" dirty="0"/>
          </a:p>
        </p:txBody>
      </p:sp>
      <p:pic>
        <p:nvPicPr>
          <p:cNvPr id="12" name="내용 개체 틀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8056021" cy="4856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56021" y="1914769"/>
            <a:ext cx="41359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+</a:t>
            </a:r>
            <a:r>
              <a:rPr lang="ko-KR" altLang="en-US" dirty="0" smtClean="0"/>
              <a:t>추가</a:t>
            </a:r>
            <a:endParaRPr lang="en-US" altLang="ko-KR" dirty="0"/>
          </a:p>
          <a:p>
            <a:r>
              <a:rPr lang="ko-KR" altLang="en-US" dirty="0" smtClean="0"/>
              <a:t>기존 </a:t>
            </a:r>
            <a:r>
              <a:rPr lang="en-US" altLang="ko-KR" dirty="0" smtClean="0"/>
              <a:t>user</a:t>
            </a:r>
            <a:r>
              <a:rPr lang="ko-KR" altLang="en-US" dirty="0" smtClean="0"/>
              <a:t>정보를 </a:t>
            </a:r>
            <a:r>
              <a:rPr lang="en-US" altLang="ko-KR" dirty="0" smtClean="0"/>
              <a:t>session</a:t>
            </a:r>
            <a:r>
              <a:rPr lang="ko-KR" altLang="en-US" dirty="0" smtClean="0"/>
              <a:t>에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저장하였지만 채팅서버에 접속하면</a:t>
            </a:r>
            <a:endParaRPr lang="en-US" altLang="ko-KR" dirty="0" smtClean="0"/>
          </a:p>
          <a:p>
            <a:r>
              <a:rPr lang="en-US" altLang="ko-KR" dirty="0" smtClean="0"/>
              <a:t>Socket.id</a:t>
            </a:r>
            <a:r>
              <a:rPr lang="ko-KR" altLang="en-US" dirty="0" smtClean="0"/>
              <a:t>가 생성돼서 </a:t>
            </a:r>
            <a:r>
              <a:rPr lang="en-US" altLang="ko-KR" dirty="0" smtClean="0"/>
              <a:t>ids</a:t>
            </a:r>
            <a:r>
              <a:rPr lang="ko-KR" altLang="en-US" dirty="0" smtClean="0"/>
              <a:t>배열에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유저 식별이 가능하도록 </a:t>
            </a:r>
            <a:r>
              <a:rPr lang="en-US" altLang="ko-KR" dirty="0" smtClean="0"/>
              <a:t>socket.id</a:t>
            </a:r>
          </a:p>
          <a:p>
            <a:r>
              <a:rPr lang="ko-KR" altLang="en-US" dirty="0" smtClean="0"/>
              <a:t>저장과 로그인 된 각 유저들이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자신의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확인가능 하도록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socket.loginId</a:t>
            </a:r>
            <a:r>
              <a:rPr lang="en-US" altLang="ko-KR" dirty="0" smtClean="0"/>
              <a:t> </a:t>
            </a:r>
            <a:r>
              <a:rPr lang="ko-KR" altLang="en-US" dirty="0" smtClean="0"/>
              <a:t>속성에 </a:t>
            </a:r>
            <a:r>
              <a:rPr lang="en-US" altLang="ko-KR" dirty="0" smtClean="0"/>
              <a:t>user.id</a:t>
            </a:r>
            <a:r>
              <a:rPr lang="ko-KR" altLang="en-US" dirty="0" smtClean="0"/>
              <a:t>를</a:t>
            </a:r>
            <a:endParaRPr lang="en-US" altLang="ko-KR" dirty="0" smtClean="0"/>
          </a:p>
          <a:p>
            <a:r>
              <a:rPr lang="ko-KR" altLang="en-US" dirty="0" smtClean="0"/>
              <a:t>저장 하도록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3857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사용한 것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언어</a:t>
            </a:r>
            <a:r>
              <a:rPr lang="en-US" altLang="ko-KR" dirty="0" smtClean="0"/>
              <a:t>: Node.js + </a:t>
            </a:r>
            <a:r>
              <a:rPr lang="en-US" altLang="ko-KR" smtClean="0"/>
              <a:t>framework(express)</a:t>
            </a:r>
            <a:endParaRPr lang="en-US" altLang="ko-KR" dirty="0" smtClean="0"/>
          </a:p>
          <a:p>
            <a:r>
              <a:rPr lang="ko-KR" altLang="en-US" dirty="0" smtClean="0"/>
              <a:t>데이터베이스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mongodb</a:t>
            </a:r>
            <a:endParaRPr lang="en-US" altLang="ko-KR" dirty="0" smtClean="0"/>
          </a:p>
          <a:p>
            <a:r>
              <a:rPr lang="en-US" altLang="ko-KR" dirty="0" smtClean="0"/>
              <a:t>Html, </a:t>
            </a:r>
            <a:r>
              <a:rPr lang="en-US" altLang="ko-KR" dirty="0" err="1" smtClean="0"/>
              <a:t>css</a:t>
            </a:r>
            <a:endParaRPr lang="en-US" altLang="ko-KR" dirty="0"/>
          </a:p>
          <a:p>
            <a:r>
              <a:rPr lang="ko-KR" altLang="en-US" dirty="0" smtClean="0"/>
              <a:t>개발환경</a:t>
            </a:r>
            <a:r>
              <a:rPr lang="en-US" altLang="ko-KR" dirty="0" smtClean="0"/>
              <a:t>: Atom</a:t>
            </a:r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583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178</Words>
  <Application>Microsoft Office PowerPoint</Application>
  <PresentationFormat>와이드스크린</PresentationFormat>
  <Paragraphs>53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NodeJS 포트폴리오</vt:lpstr>
      <vt:lpstr>제작 기획</vt:lpstr>
      <vt:lpstr>설계</vt:lpstr>
      <vt:lpstr>Login 화면</vt:lpstr>
      <vt:lpstr>Join 화면</vt:lpstr>
      <vt:lpstr>Join - DataBase</vt:lpstr>
      <vt:lpstr>Main 화면</vt:lpstr>
      <vt:lpstr>Main - Room</vt:lpstr>
      <vt:lpstr>socket</vt:lpstr>
      <vt:lpstr>사용한 것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고급자바스크립트</dc:title>
  <dc:creator>나</dc:creator>
  <cp:lastModifiedBy>박 정훈</cp:lastModifiedBy>
  <cp:revision>21</cp:revision>
  <dcterms:created xsi:type="dcterms:W3CDTF">2018-11-26T12:26:11Z</dcterms:created>
  <dcterms:modified xsi:type="dcterms:W3CDTF">2019-04-15T03:09:34Z</dcterms:modified>
</cp:coreProperties>
</file>